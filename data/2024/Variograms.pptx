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694C-E85E-02C4-28D9-58595CCC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B7843-0DA8-E0D9-E4EA-9E617FC3C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846A9-B73E-835D-60ED-74A233C8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33D42-27AB-2287-FEE8-61A17DB1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F5FA-D1A5-FE69-DF22-733BA672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7DC5-FE22-626B-F39D-D07AF828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356D-C449-EEC8-E38F-DDAFA2E36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76BF7-B380-CD58-CD15-A37F6433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EDF6-B628-622A-DD46-AB386C1E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D95FF-FB2D-69C1-ECA9-9D837A42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2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F37E-6F95-5C38-A1DE-8618F16BE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F7453-A4D8-FD3C-23D4-817F5F93A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1FE6-156A-960C-10A0-F38DC525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C01A2-7800-ED66-75A3-9702A50B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D90E-8CAD-6D85-A5C1-CEA5814F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2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C292-745A-2BE1-1873-223D09C0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A1D7A-34D8-C2E9-88E4-A4801009E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2E7C2-99EE-15F4-63B8-07038FB70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6E684-4EBB-B8AD-9635-17BD88DB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AA85B-71A5-1AEE-1A90-FE94A2AA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779A5-5CF1-D509-D85D-7F5EE94A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8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D506-F886-F047-7E25-4E8AD761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83A0E-9D87-C1BA-2E65-B56D5382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B2599-5C87-E0A0-6192-E135FF232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8749CD-0BE5-9EC1-CD35-A6D2306D6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0EF3A-E8C7-ED5A-B2C3-4BE4C8184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04965-06AA-3DCE-2199-74B54AF2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7B081-8A0F-7B42-019C-A9BD4269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61167-23B7-A730-E787-1C786DF4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1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ED1A-3D71-D323-7E8B-A8824217A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96C4E-5D58-3C18-6A00-6C78E440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9F6BB-2684-633F-5600-E09BEAB0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A9215-905F-D2D5-43D8-F05974B4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2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04F9F-3797-7BD1-0672-B14ADD78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5D40E-4057-E058-2B2C-3817BA8D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8CA26-272B-A101-F734-0E66692E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1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B7EB-86B9-8ACA-8448-6988E7DA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020C4-D38E-EF63-EC7C-BC6AF327C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D1597-AD8F-9B97-2625-B97E42D96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03722-DD4E-4F5A-0446-4D9898E5B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20BE0-FC5B-FA28-9A12-040C55D7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EA5D1-5EEF-A61F-FE66-B7633EEB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6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67E1-DC26-6B73-4423-86681764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336D8-31EE-E0E8-334D-15A98E4CB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8188C-D7AE-EBE4-5CD0-CF6DE94E6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EE5C2-283F-8C51-4169-5A3B5E9D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C0E01-180A-4E56-D950-DD4F8A65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D2B86-2460-2F53-336D-80CA2153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12D4-65AE-4525-1273-C3B26724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F95F9-DE42-8276-762C-BB0EADEAC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76A44-B716-CE27-DCE4-10A074C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27283-E740-681F-BE67-35D645D2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49946-3A24-1E98-673C-38010368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6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9A71A-E677-B0D2-9848-4DDE76D9C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260EA-A2AA-AF3C-A6EE-C61E6718A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D423-BE52-A2A8-A22F-9659F5A8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1F104-66D7-6B2F-20F6-D92344E3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527D-0624-3C38-9468-C0BEC51F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2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4F3D1-1372-6B12-D12B-6B28E156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0A0FE-3A0F-AC8B-F190-ACD92D44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3A11-1946-ADD5-EFE5-938945B66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51A85-49BC-4881-B1D6-0865A3AAB081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A36BC-8E92-67C7-41FC-2E97352A1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54B77-3461-C73F-8483-6D0061ED2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1941F-8B01-4969-B5BF-684134CA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F4B7F8-1D9F-D5E3-9CF2-249706CE4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9EAB2-B643-689D-AECB-EF3CEF3A0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BB7BB2-57E4-5AF1-3E94-FFEDA0286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F1C09E-ED2D-BF10-ECDD-49F15B3BDEA4}"/>
              </a:ext>
            </a:extLst>
          </p:cNvPr>
          <p:cNvSpPr txBox="1"/>
          <p:nvPr/>
        </p:nvSpPr>
        <p:spPr>
          <a:xfrm>
            <a:off x="267462" y="2628900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1000</a:t>
            </a:r>
          </a:p>
          <a:p>
            <a:r>
              <a:rPr lang="en-US" dirty="0"/>
              <a:t>Minor range	400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D474B-DC26-F12D-C326-FAF3D018640B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0.49402</a:t>
            </a:r>
          </a:p>
        </p:txBody>
      </p:sp>
    </p:spTree>
    <p:extLst>
      <p:ext uri="{BB962C8B-B14F-4D97-AF65-F5344CB8AC3E}">
        <p14:creationId xmlns:p14="http://schemas.microsoft.com/office/powerpoint/2010/main" val="73040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12F20-E190-15B5-0350-346E88092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3EFF6C-EF9C-5960-C2E8-F84C3DE99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569F07-0197-ACF0-F132-660441B1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2AE98C-7D7D-9D9A-C46D-BB96CB2E89D6}"/>
              </a:ext>
            </a:extLst>
          </p:cNvPr>
          <p:cNvSpPr txBox="1"/>
          <p:nvPr/>
        </p:nvSpPr>
        <p:spPr>
          <a:xfrm>
            <a:off x="212598" y="250745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1000</a:t>
            </a:r>
          </a:p>
          <a:p>
            <a:r>
              <a:rPr lang="en-US" dirty="0"/>
              <a:t>Minor range	400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3A49B-BDB5-95E3-1B11-2C7EA7FE1661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1.5414</a:t>
            </a:r>
          </a:p>
        </p:txBody>
      </p:sp>
    </p:spTree>
    <p:extLst>
      <p:ext uri="{BB962C8B-B14F-4D97-AF65-F5344CB8AC3E}">
        <p14:creationId xmlns:p14="http://schemas.microsoft.com/office/powerpoint/2010/main" val="255697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2BED47-F5CE-66A8-9D72-B609B7FFB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66A5A7-835A-48B7-133A-A87C9BC1B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91AE46-03FD-A48D-2DD2-FCE5120AF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6F8E7-F23C-BDBD-C0D6-3803D638514D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1000</a:t>
            </a:r>
          </a:p>
          <a:p>
            <a:r>
              <a:rPr lang="en-US" dirty="0"/>
              <a:t>Minor range	400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13BA18-1F08-FCFF-83F3-709735E06ABD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2.6457</a:t>
            </a:r>
          </a:p>
        </p:txBody>
      </p:sp>
    </p:spTree>
    <p:extLst>
      <p:ext uri="{BB962C8B-B14F-4D97-AF65-F5344CB8AC3E}">
        <p14:creationId xmlns:p14="http://schemas.microsoft.com/office/powerpoint/2010/main" val="166784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FFA6F-C246-D06F-9510-E06CC3F6F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D3EEA-67E7-9F0D-C704-9FC665A7A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50B714-3917-3AAE-13FB-BD2C8ABC2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06D3A7-C1BA-361B-CB4C-AD4493FBD52B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1000</a:t>
            </a:r>
          </a:p>
          <a:p>
            <a:r>
              <a:rPr lang="en-US" dirty="0"/>
              <a:t>Minor range	400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D4F691-8C41-C0B0-375A-1F7A7729A0B7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3.8195</a:t>
            </a:r>
          </a:p>
        </p:txBody>
      </p:sp>
    </p:spTree>
    <p:extLst>
      <p:ext uri="{BB962C8B-B14F-4D97-AF65-F5344CB8AC3E}">
        <p14:creationId xmlns:p14="http://schemas.microsoft.com/office/powerpoint/2010/main" val="329497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5E642-93DD-C65D-EB15-F284E3077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528688-D36E-AEFA-B6C5-6081BB393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F05CE2-3165-3A0C-0194-DF0AE18DD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E87DA-9418-ABC9-4C60-E2E4373ABA4D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1000</a:t>
            </a:r>
          </a:p>
          <a:p>
            <a:r>
              <a:rPr lang="en-US" dirty="0"/>
              <a:t>Minor range	350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E44D7-5729-D96B-9B93-BD67F7D38F4D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5.0782</a:t>
            </a:r>
          </a:p>
        </p:txBody>
      </p:sp>
    </p:spTree>
    <p:extLst>
      <p:ext uri="{BB962C8B-B14F-4D97-AF65-F5344CB8AC3E}">
        <p14:creationId xmlns:p14="http://schemas.microsoft.com/office/powerpoint/2010/main" val="38540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EF6A0-0D40-E67A-10C0-6F1A7936D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ED57BE-08DD-23F5-78DE-E04156DC7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A3C4C9-E5F8-7EE3-E9AD-5D4ACCB74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2B559C-02F7-CDCD-1F8F-E7ED689F196D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1000</a:t>
            </a:r>
          </a:p>
          <a:p>
            <a:r>
              <a:rPr lang="en-US" dirty="0"/>
              <a:t>Minor range	300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B92BB-B8F8-6B67-08AC-2281728C864B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6.4406</a:t>
            </a:r>
          </a:p>
        </p:txBody>
      </p:sp>
    </p:spTree>
    <p:extLst>
      <p:ext uri="{BB962C8B-B14F-4D97-AF65-F5344CB8AC3E}">
        <p14:creationId xmlns:p14="http://schemas.microsoft.com/office/powerpoint/2010/main" val="80760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238C3-6547-13FF-80CF-63740569E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C539A7-F5BA-937A-D8A0-6C4546A3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2D618B-9D04-219C-CB17-A01390A17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9A9396-4DBC-8526-6F29-F0FEC2EED104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800</a:t>
            </a:r>
          </a:p>
          <a:p>
            <a:r>
              <a:rPr lang="en-US" dirty="0"/>
              <a:t>Minor range	300</a:t>
            </a:r>
          </a:p>
          <a:p>
            <a:r>
              <a:rPr lang="en-US" dirty="0"/>
              <a:t>Vertical range	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D869C-3F5E-52C1-E4DB-5AAFA0176BDA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7.9296</a:t>
            </a:r>
          </a:p>
        </p:txBody>
      </p:sp>
    </p:spTree>
    <p:extLst>
      <p:ext uri="{BB962C8B-B14F-4D97-AF65-F5344CB8AC3E}">
        <p14:creationId xmlns:p14="http://schemas.microsoft.com/office/powerpoint/2010/main" val="3744625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61E5C-BCE6-558C-B6F9-60A97FC7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FAF136-1540-2E78-344D-0EDC593BA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8597C7-EB4A-D1C1-8FE4-CEEC81A11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4EB5FC-689D-8C5A-A77E-65ACB65CF283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800</a:t>
            </a:r>
          </a:p>
          <a:p>
            <a:r>
              <a:rPr lang="en-US" dirty="0"/>
              <a:t>Minor range	300</a:t>
            </a:r>
          </a:p>
          <a:p>
            <a:r>
              <a:rPr lang="en-US" dirty="0"/>
              <a:t>Vertical range	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C7ABB-5A38-F912-D375-1C2890462924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9.573</a:t>
            </a:r>
          </a:p>
        </p:txBody>
      </p:sp>
    </p:spTree>
    <p:extLst>
      <p:ext uri="{BB962C8B-B14F-4D97-AF65-F5344CB8AC3E}">
        <p14:creationId xmlns:p14="http://schemas.microsoft.com/office/powerpoint/2010/main" val="14756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D9390-E704-5EAA-B2C8-B65EBBFC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1D990-AF14-5295-03F3-1838CB048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544B7B-769C-8BAA-D86F-CF3148F83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475CA-1D54-A4C5-7F4B-C38272E7372C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550</a:t>
            </a:r>
          </a:p>
          <a:p>
            <a:r>
              <a:rPr lang="en-US" dirty="0"/>
              <a:t>Minor range	300</a:t>
            </a:r>
          </a:p>
          <a:p>
            <a:r>
              <a:rPr lang="en-US" dirty="0"/>
              <a:t>Vertical range	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178915-ACD6-EECA-A004-8A56554E63C1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11.405</a:t>
            </a:r>
          </a:p>
        </p:txBody>
      </p:sp>
    </p:spTree>
    <p:extLst>
      <p:ext uri="{BB962C8B-B14F-4D97-AF65-F5344CB8AC3E}">
        <p14:creationId xmlns:p14="http://schemas.microsoft.com/office/powerpoint/2010/main" val="64385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70EAA-7A4A-2A69-7111-C73D1F5C6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1737C-3681-337E-CC5C-AB0715698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3B033-A5DF-2AF8-90A2-6A3EB3446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00EDB5-E51D-413D-8401-3F380EA6C393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500</a:t>
            </a:r>
          </a:p>
          <a:p>
            <a:r>
              <a:rPr lang="en-US" dirty="0"/>
              <a:t>Minor range	200</a:t>
            </a:r>
          </a:p>
          <a:p>
            <a:r>
              <a:rPr lang="en-US" dirty="0"/>
              <a:t>Vertical range	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AB0012-E20C-8BE4-CEDF-183D1563C4F7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13.4671</a:t>
            </a:r>
          </a:p>
        </p:txBody>
      </p:sp>
    </p:spTree>
    <p:extLst>
      <p:ext uri="{BB962C8B-B14F-4D97-AF65-F5344CB8AC3E}">
        <p14:creationId xmlns:p14="http://schemas.microsoft.com/office/powerpoint/2010/main" val="2439303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5286A2-D4C7-1D24-3AE3-7590D7E5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EF24CF-DBE5-0C37-8251-4C6856732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91B4E3-FF3A-C8B6-9C1B-F63B58830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C41DD3-E081-F488-7F2E-7FCD2E7C35F8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450</a:t>
            </a:r>
          </a:p>
          <a:p>
            <a:r>
              <a:rPr lang="en-US" dirty="0"/>
              <a:t>Minor range	200</a:t>
            </a:r>
          </a:p>
          <a:p>
            <a:r>
              <a:rPr lang="en-US" dirty="0"/>
              <a:t>Vertical range	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2FF603-BF91-1E5C-90CA-1384BA1B1994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15.8101</a:t>
            </a:r>
          </a:p>
        </p:txBody>
      </p:sp>
    </p:spTree>
    <p:extLst>
      <p:ext uri="{BB962C8B-B14F-4D97-AF65-F5344CB8AC3E}">
        <p14:creationId xmlns:p14="http://schemas.microsoft.com/office/powerpoint/2010/main" val="10566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FAA81-F9AA-3729-AB85-B2D6BBE90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BDAC1-997F-7BA7-26B3-8C9CDAE71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C5E05-F441-2831-A99A-52F8755E2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1ED5C7-D903-7ECA-F8DA-C2B0FDCB0048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400</a:t>
            </a:r>
          </a:p>
          <a:p>
            <a:r>
              <a:rPr lang="en-US" dirty="0"/>
              <a:t>Minor range	180</a:t>
            </a:r>
          </a:p>
          <a:p>
            <a:r>
              <a:rPr lang="en-US" dirty="0"/>
              <a:t>Vertical range	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AD71B1-1D50-8A88-95C8-5556B6415B44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18.4956</a:t>
            </a:r>
          </a:p>
        </p:txBody>
      </p:sp>
    </p:spTree>
    <p:extLst>
      <p:ext uri="{BB962C8B-B14F-4D97-AF65-F5344CB8AC3E}">
        <p14:creationId xmlns:p14="http://schemas.microsoft.com/office/powerpoint/2010/main" val="255970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27F93-A8F7-BD0A-711F-542443197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AE8E68-68CD-CB4C-ECA1-E8E03583A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B06D2-412E-0A95-4EA1-85AA2C42C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201B52-7BC4-984A-1165-E9BC4479DDB9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400</a:t>
            </a:r>
          </a:p>
          <a:p>
            <a:r>
              <a:rPr lang="en-US" dirty="0"/>
              <a:t>Minor range	150</a:t>
            </a:r>
          </a:p>
          <a:p>
            <a:r>
              <a:rPr lang="en-US" dirty="0"/>
              <a:t>Vertical range	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CC83A-6132-E919-48FD-7A8DDB5CAA55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21.5988</a:t>
            </a:r>
          </a:p>
        </p:txBody>
      </p:sp>
    </p:spTree>
    <p:extLst>
      <p:ext uri="{BB962C8B-B14F-4D97-AF65-F5344CB8AC3E}">
        <p14:creationId xmlns:p14="http://schemas.microsoft.com/office/powerpoint/2010/main" val="385393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FB622-831C-5BF0-9C88-6DC9EC54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E699BD-A37B-A6A7-016C-1A7729654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0F2842-3A29-03DB-EFBF-EA171B544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0E056D-2625-DBEF-C88B-52690EBCA754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400</a:t>
            </a:r>
          </a:p>
          <a:p>
            <a:r>
              <a:rPr lang="en-US" dirty="0"/>
              <a:t>Minor range	150</a:t>
            </a:r>
          </a:p>
          <a:p>
            <a:r>
              <a:rPr lang="en-US" dirty="0"/>
              <a:t>Vertical range	70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49452-EE23-7A8A-7018-6C5E6F8EA2F2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25.2114</a:t>
            </a:r>
          </a:p>
        </p:txBody>
      </p:sp>
    </p:spTree>
    <p:extLst>
      <p:ext uri="{BB962C8B-B14F-4D97-AF65-F5344CB8AC3E}">
        <p14:creationId xmlns:p14="http://schemas.microsoft.com/office/powerpoint/2010/main" val="1849296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44CDCC-9791-035D-4FCC-C11CB813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1C1117-EEA9-66F8-100F-8FCE76C8C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AE1A9-73AF-3859-4CAF-0527B3F8D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18D9B-723F-2E91-9C52-F9585988CB95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350</a:t>
            </a:r>
          </a:p>
          <a:p>
            <a:r>
              <a:rPr lang="en-US" dirty="0"/>
              <a:t>Minor range	120</a:t>
            </a:r>
          </a:p>
          <a:p>
            <a:r>
              <a:rPr lang="en-US" dirty="0"/>
              <a:t>Vertical range	70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FC5F1-4828-DEC9-C2ED-F02D48881E94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29.4447</a:t>
            </a:r>
          </a:p>
        </p:txBody>
      </p:sp>
    </p:spTree>
    <p:extLst>
      <p:ext uri="{BB962C8B-B14F-4D97-AF65-F5344CB8AC3E}">
        <p14:creationId xmlns:p14="http://schemas.microsoft.com/office/powerpoint/2010/main" val="8673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10517-1EDB-9237-A983-D46A3A86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5914C7-F703-34AD-EFF8-F630A0FA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09DEB-83EC-0719-8042-0BF07FF17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07B7BC-449C-3745-2D56-895473E72F92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400</a:t>
            </a:r>
          </a:p>
          <a:p>
            <a:r>
              <a:rPr lang="en-US" dirty="0"/>
              <a:t>Minor range	150</a:t>
            </a:r>
          </a:p>
          <a:p>
            <a:r>
              <a:rPr lang="en-US" dirty="0"/>
              <a:t>Vertical range	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8C5ED8-D540-C18A-B8BA-E5A4BD2E2C94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34.4342</a:t>
            </a:r>
          </a:p>
        </p:txBody>
      </p:sp>
    </p:spTree>
    <p:extLst>
      <p:ext uri="{BB962C8B-B14F-4D97-AF65-F5344CB8AC3E}">
        <p14:creationId xmlns:p14="http://schemas.microsoft.com/office/powerpoint/2010/main" val="3375727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3F536-E0C2-2C2A-A9DF-CB91F30A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514350"/>
            <a:ext cx="62007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218533-A95C-DE44-3123-81A173771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12" y="2628900"/>
            <a:ext cx="6200775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93714-E20A-4EAE-1902-70A310411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612" y="4743450"/>
            <a:ext cx="6200775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D330DA-D382-AAF8-C37D-557F8828BFF3}"/>
              </a:ext>
            </a:extLst>
          </p:cNvPr>
          <p:cNvSpPr txBox="1"/>
          <p:nvPr/>
        </p:nvSpPr>
        <p:spPr>
          <a:xfrm>
            <a:off x="0" y="26903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	Spherical</a:t>
            </a:r>
          </a:p>
          <a:p>
            <a:r>
              <a:rPr lang="en-US" dirty="0"/>
              <a:t>Sill	1</a:t>
            </a:r>
          </a:p>
          <a:p>
            <a:r>
              <a:rPr lang="en-US" dirty="0"/>
              <a:t>Major range	400</a:t>
            </a:r>
          </a:p>
          <a:p>
            <a:r>
              <a:rPr lang="en-US" dirty="0"/>
              <a:t>Minor range	150</a:t>
            </a:r>
          </a:p>
          <a:p>
            <a:r>
              <a:rPr lang="en-US" dirty="0"/>
              <a:t>Vertical range	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5C6EF-F8FA-1EBD-0C49-37359F7A4B64}"/>
              </a:ext>
            </a:extLst>
          </p:cNvPr>
          <p:cNvSpPr txBox="1"/>
          <p:nvPr/>
        </p:nvSpPr>
        <p:spPr>
          <a:xfrm>
            <a:off x="338328" y="978408"/>
            <a:ext cx="213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Depth:</a:t>
            </a:r>
          </a:p>
          <a:p>
            <a:r>
              <a:rPr lang="en-US" dirty="0"/>
              <a:t>40.3441</a:t>
            </a:r>
          </a:p>
        </p:txBody>
      </p:sp>
    </p:spTree>
    <p:extLst>
      <p:ext uri="{BB962C8B-B14F-4D97-AF65-F5344CB8AC3E}">
        <p14:creationId xmlns:p14="http://schemas.microsoft.com/office/powerpoint/2010/main" val="4126625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357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Filipa Dâmaso Duarte</dc:creator>
  <cp:lastModifiedBy>Ana Filipa Dâmaso Duarte</cp:lastModifiedBy>
  <cp:revision>2</cp:revision>
  <dcterms:created xsi:type="dcterms:W3CDTF">2024-12-13T14:53:27Z</dcterms:created>
  <dcterms:modified xsi:type="dcterms:W3CDTF">2024-12-16T10:43:15Z</dcterms:modified>
</cp:coreProperties>
</file>